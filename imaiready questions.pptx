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8" autoAdjust="0"/>
    <p:restoredTop sz="94660"/>
  </p:normalViewPr>
  <p:slideViewPr>
    <p:cSldViewPr snapToGrid="0">
      <p:cViewPr varScale="1">
        <p:scale>
          <a:sx n="36" d="100"/>
          <a:sy n="36" d="100"/>
        </p:scale>
        <p:origin x="6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6C81-A61E-44A8-E4ED-05EBFAB36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52C3A-2E16-E77D-03AC-2FDA816F9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07A9-6650-123A-8C2A-13EC41CD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5B151-6C73-49E8-047E-321C7B8E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A12-073F-B799-4468-C92DCB0E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124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4732-A685-7642-51DF-8FF2396C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002B-4AF6-EF67-57BE-8B5B2A638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562C-71C4-1939-C47C-0E35A10E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AF277-8AEE-08DE-4CD1-A3F71279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C5224-DFC7-3E40-BE07-7E5041C8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5306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CBB1-3F9B-94D0-1878-139C59F28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7C369-76F4-47AF-42CB-8494F69C9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C5075-691B-8065-7F7B-A7DDCA62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0BFBA-7F74-A816-D150-08404240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2933C-7FDC-3EBB-6291-601DF83D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873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D3EA5-2FA6-29CA-9CDB-C63CAE79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2D95B-E534-342C-C758-189436D0C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BC8ED-9E6F-8677-C908-B0F42257D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2A6F-DCAC-1CC1-93BC-AAC03B31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2C4C8-3E39-D2CF-D4DB-596A69D8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3784F-AEA4-DE70-7962-2BE59630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601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93E2-4DF5-42FC-F96B-1FBB6C9E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DF6D6-F22B-0A40-68CE-DE7A16AAD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E7ED8-0347-9E5E-D365-28199A7DE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240A6-DB85-B273-999D-5CF2AFF02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CE217-66CD-1A21-99B9-6827A322C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13D13A-57AC-3E52-4448-50A3099C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8F731-BF27-A0D4-AA6D-83998C66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B2253B-917D-5E03-D50A-DA04BFB3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74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8CC2-7022-588D-DFCB-679E79690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754C9-AC56-BC3B-1D90-F8B89442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42B1D-D7EB-5E55-A59F-D9B142BF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0C8EC-B405-C13A-BAB8-4305ED1B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230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A15AB-B78F-4966-0EA2-33C21DA7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CB793-42A0-FD29-F2FC-8663A3D0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89927-130C-95E9-FC2C-BC7E9D31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20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26D5-037F-BECA-E4F7-95C02376B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5E3F-9223-C5F3-9C1E-077C776DA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A668B-F864-4CF6-6485-0EC043AD7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9B66F-2897-A2A6-17A2-18E743D3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83258-B10B-E113-7C4A-B5EC98255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09EE7-8AD8-30C4-5150-B2DC44C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719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CC9E-BE22-33EC-4F2B-4C29FA88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1F344-4370-B853-4292-9B7FE570E9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41134-802A-ACBC-8571-2ED1ED082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05910-82ED-72E0-7BF7-BBC9D353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65409-55EB-A282-DD1A-C612F677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F0591-700C-E92A-969A-46D3F2CD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1345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8D39-FC11-9F46-F282-D07F1E6F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3581D-EDEF-138C-A924-D2CC66F34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22DCA-81A1-9A65-24DE-191F03ED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81288-39DC-1763-F9CF-72268A38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DE425-4A69-BA67-2F47-FA7966D9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357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3D6634-D1DE-B450-69A7-187AF35F4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FA6C3-278C-C00D-C7F8-0AF1332B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FBD18-5650-0422-48A5-A836EBCA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DB757-5F28-769D-C36D-46575530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9EE84-8E7F-8014-7DB1-7C3DF9F4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797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954A8-461B-39B4-378E-7FCE71AE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15232-6E33-B59E-D98F-5966D4BFD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2BAB-DA73-2292-B909-08C6DCDBE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B3933-91B2-49B7-BF1F-DAB202048C95}" type="datetimeFigureOut">
              <a:rPr lang="en-MY" smtClean="0"/>
              <a:t>2/10/2026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23D8E-CE36-F151-5191-C213A2A23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58FB8-FD92-1EDD-7FD2-1CB61613D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9BC34-8A89-4EBA-93FB-7DB312E8D20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57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BA3DA7-45B7-C083-70BA-E6686906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14" y="209550"/>
            <a:ext cx="10982325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55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D8237-985A-845D-7344-43881A72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85737"/>
            <a:ext cx="10229850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8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88819-83AA-EE34-E3C9-F1A18B52B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66700"/>
            <a:ext cx="102108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B0B39-5B4F-33DB-B217-CDA862FB0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33375"/>
            <a:ext cx="1062990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3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8B10A-6D6A-F9E5-1237-BA32A31FD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57175"/>
            <a:ext cx="108966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5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28EFEB-A78B-F663-6073-1E5834DA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319087"/>
            <a:ext cx="1079182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9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D6772-3B5E-3CCC-D2BB-EC5A195BF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33387"/>
            <a:ext cx="1043940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5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1AB2E3-1EC2-A835-A355-93103D0D9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438150"/>
            <a:ext cx="1079182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4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0B9CEF-6B11-262D-997F-A7E9076FE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61912"/>
            <a:ext cx="953452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16B86-C62E-D7C7-2C47-25E69A65A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304800"/>
            <a:ext cx="99726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6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F8E24-7063-71A7-C62C-BB93A5E9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195262"/>
            <a:ext cx="10506075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3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C4852-333F-D050-C8E2-6F24D8255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09537"/>
            <a:ext cx="1115377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25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90006-B88E-2FC5-36C8-AF5092F8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71437"/>
            <a:ext cx="10744200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56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1B1DE-C782-020A-AB9D-B783FEED5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385762"/>
            <a:ext cx="1025842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8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97C8B-D640-4877-C723-BBEF20535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538162"/>
            <a:ext cx="99822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37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E400E-7A13-4F47-2257-D6FF3F812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42887"/>
            <a:ext cx="1089660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20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721B2-9F35-E64C-C480-5B1BAEA17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8575"/>
            <a:ext cx="104013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53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8E2B-63AF-0AFC-F47C-1DFC588BE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1462"/>
            <a:ext cx="1057275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3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1E78C1-A064-75CD-F81E-342D6F660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342900"/>
            <a:ext cx="96678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14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A92C79-EA6F-2FB0-2F3D-D116553C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528" y="0"/>
            <a:ext cx="9040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3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Noorain Binti Ismail</dc:creator>
  <cp:lastModifiedBy>Noorain Binti Ismail</cp:lastModifiedBy>
  <cp:revision>1</cp:revision>
  <dcterms:created xsi:type="dcterms:W3CDTF">2026-10-02T06:21:18Z</dcterms:created>
  <dcterms:modified xsi:type="dcterms:W3CDTF">2026-10-02T06:31:31Z</dcterms:modified>
</cp:coreProperties>
</file>