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61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E1A"/>
    <a:srgbClr val="2462DB"/>
    <a:srgbClr val="E7F4FF"/>
    <a:srgbClr val="2462DD"/>
    <a:srgbClr val="99B7FF"/>
    <a:srgbClr val="000000"/>
    <a:srgbClr val="FF5E00"/>
    <a:srgbClr val="2362DD"/>
    <a:srgbClr val="2D69D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35" autoAdjust="0"/>
    <p:restoredTop sz="94658"/>
  </p:normalViewPr>
  <p:slideViewPr>
    <p:cSldViewPr>
      <p:cViewPr varScale="1">
        <p:scale>
          <a:sx n="41" d="100"/>
          <a:sy n="41" d="100"/>
        </p:scale>
        <p:origin x="624" y="24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411B4E-8347-3AED-F364-05EE2A08F3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C1E6B-B045-ADFF-01EC-87A3F2BDAD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D601E-34F8-A147-85DA-00DEEB20171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610F0-E36B-BA1D-5C65-B3C5CBD8E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839CB-3CD7-1D08-9EB5-91FF462662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5D929-BE27-7F45-837A-48FF3F0A4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348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5FBEC-E440-2248-9868-0DB804A51A4D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008FD-FE5B-3C4A-AF01-39E1C9C7F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670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Logo&#10;&#10;Description automatically generated">
            <a:extLst>
              <a:ext uri="{FF2B5EF4-FFF2-40B4-BE49-F238E27FC236}">
                <a16:creationId xmlns:a16="http://schemas.microsoft.com/office/drawing/2014/main" id="{3B2E4A2C-CD6A-8112-106E-95B8155FA8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2734" y="-915881"/>
            <a:ext cx="7068676" cy="56546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DB70EDC8-42CE-4B29-ED90-5AACBDF83404}"/>
              </a:ext>
            </a:extLst>
          </p:cNvPr>
          <p:cNvSpPr/>
          <p:nvPr userDrawn="1"/>
        </p:nvSpPr>
        <p:spPr>
          <a:xfrm>
            <a:off x="649" y="10356093"/>
            <a:ext cx="20102830" cy="952500"/>
          </a:xfrm>
          <a:custGeom>
            <a:avLst/>
            <a:gdLst/>
            <a:ahLst/>
            <a:cxnLst/>
            <a:rect l="l" t="t" r="r" b="b"/>
            <a:pathLst>
              <a:path w="20102830" h="952500">
                <a:moveTo>
                  <a:pt x="20102791" y="0"/>
                </a:moveTo>
                <a:lnTo>
                  <a:pt x="0" y="0"/>
                </a:lnTo>
                <a:lnTo>
                  <a:pt x="0" y="952463"/>
                </a:lnTo>
                <a:lnTo>
                  <a:pt x="20102791" y="952463"/>
                </a:lnTo>
                <a:lnTo>
                  <a:pt x="20102791" y="0"/>
                </a:lnTo>
                <a:close/>
              </a:path>
            </a:pathLst>
          </a:custGeom>
          <a:solidFill>
            <a:srgbClr val="2362D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10">
            <a:extLst>
              <a:ext uri="{FF2B5EF4-FFF2-40B4-BE49-F238E27FC236}">
                <a16:creationId xmlns:a16="http://schemas.microsoft.com/office/drawing/2014/main" id="{CD447409-3EED-DBDC-2F43-90E4E894D4C0}"/>
              </a:ext>
            </a:extLst>
          </p:cNvPr>
          <p:cNvGrpSpPr/>
          <p:nvPr userDrawn="1"/>
        </p:nvGrpSpPr>
        <p:grpSpPr>
          <a:xfrm>
            <a:off x="0" y="325329"/>
            <a:ext cx="2009235" cy="516752"/>
            <a:chOff x="0" y="926014"/>
            <a:chExt cx="2362835" cy="657860"/>
          </a:xfrm>
        </p:grpSpPr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5AE429BF-7F0C-02B9-BCBB-C6AEFB8CE3EF}"/>
                </a:ext>
              </a:extLst>
            </p:cNvPr>
            <p:cNvSpPr/>
            <p:nvPr/>
          </p:nvSpPr>
          <p:spPr>
            <a:xfrm>
              <a:off x="0" y="926024"/>
              <a:ext cx="2362835" cy="657860"/>
            </a:xfrm>
            <a:custGeom>
              <a:avLst/>
              <a:gdLst/>
              <a:ahLst/>
              <a:cxnLst/>
              <a:rect l="l" t="t" r="r" b="b"/>
              <a:pathLst>
                <a:path w="2362835" h="657860">
                  <a:moveTo>
                    <a:pt x="2362472" y="0"/>
                  </a:moveTo>
                  <a:lnTo>
                    <a:pt x="0" y="0"/>
                  </a:lnTo>
                  <a:lnTo>
                    <a:pt x="0" y="657686"/>
                  </a:lnTo>
                  <a:lnTo>
                    <a:pt x="2362472" y="657686"/>
                  </a:lnTo>
                  <a:lnTo>
                    <a:pt x="2362472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F34C93BA-E842-247E-1CC5-84D49E461A20}"/>
                </a:ext>
              </a:extLst>
            </p:cNvPr>
            <p:cNvSpPr/>
            <p:nvPr/>
          </p:nvSpPr>
          <p:spPr>
            <a:xfrm>
              <a:off x="1375932" y="1254864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328848" y="0"/>
                  </a:moveTo>
                  <a:lnTo>
                    <a:pt x="0" y="328848"/>
                  </a:lnTo>
                  <a:lnTo>
                    <a:pt x="328848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DD53BA2E-9B11-5988-0016-CF78D10DA280}"/>
                </a:ext>
              </a:extLst>
            </p:cNvPr>
            <p:cNvSpPr/>
            <p:nvPr/>
          </p:nvSpPr>
          <p:spPr>
            <a:xfrm>
              <a:off x="1047084" y="926015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657697" y="0"/>
                  </a:moveTo>
                  <a:lnTo>
                    <a:pt x="0" y="657697"/>
                  </a:lnTo>
                  <a:lnTo>
                    <a:pt x="328848" y="657697"/>
                  </a:lnTo>
                  <a:lnTo>
                    <a:pt x="657697" y="328848"/>
                  </a:lnTo>
                  <a:lnTo>
                    <a:pt x="657697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D9348375-E91C-027E-3FC7-9E9084137785}"/>
                </a:ext>
              </a:extLst>
            </p:cNvPr>
            <p:cNvSpPr/>
            <p:nvPr/>
          </p:nvSpPr>
          <p:spPr>
            <a:xfrm>
              <a:off x="1047086" y="926017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657697" y="0"/>
                  </a:moveTo>
                  <a:lnTo>
                    <a:pt x="328848" y="0"/>
                  </a:lnTo>
                  <a:lnTo>
                    <a:pt x="0" y="328848"/>
                  </a:lnTo>
                  <a:lnTo>
                    <a:pt x="0" y="657697"/>
                  </a:lnTo>
                  <a:lnTo>
                    <a:pt x="657697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7385A7D6-5AD4-36BB-08F3-15A853EBF066}"/>
                </a:ext>
              </a:extLst>
            </p:cNvPr>
            <p:cNvSpPr/>
            <p:nvPr/>
          </p:nvSpPr>
          <p:spPr>
            <a:xfrm>
              <a:off x="1047084" y="92602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328848" y="0"/>
                  </a:moveTo>
                  <a:lnTo>
                    <a:pt x="0" y="0"/>
                  </a:lnTo>
                  <a:lnTo>
                    <a:pt x="0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6F5054B1-5688-34F3-A207-32F637701D26}"/>
                </a:ext>
              </a:extLst>
            </p:cNvPr>
            <p:cNvSpPr/>
            <p:nvPr/>
          </p:nvSpPr>
          <p:spPr>
            <a:xfrm>
              <a:off x="2033623" y="926016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328848" y="0"/>
                  </a:moveTo>
                  <a:lnTo>
                    <a:pt x="0" y="0"/>
                  </a:lnTo>
                  <a:lnTo>
                    <a:pt x="328848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7">
              <a:extLst>
                <a:ext uri="{FF2B5EF4-FFF2-40B4-BE49-F238E27FC236}">
                  <a16:creationId xmlns:a16="http://schemas.microsoft.com/office/drawing/2014/main" id="{9622FECD-CDA3-95DC-BBFC-411C65EF1E2B}"/>
                </a:ext>
              </a:extLst>
            </p:cNvPr>
            <p:cNvSpPr/>
            <p:nvPr/>
          </p:nvSpPr>
          <p:spPr>
            <a:xfrm>
              <a:off x="1704775" y="926016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848" y="0"/>
                  </a:moveTo>
                  <a:lnTo>
                    <a:pt x="0" y="0"/>
                  </a:lnTo>
                  <a:lnTo>
                    <a:pt x="657697" y="657697"/>
                  </a:lnTo>
                  <a:lnTo>
                    <a:pt x="657697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8">
              <a:extLst>
                <a:ext uri="{FF2B5EF4-FFF2-40B4-BE49-F238E27FC236}">
                  <a16:creationId xmlns:a16="http://schemas.microsoft.com/office/drawing/2014/main" id="{3BB34414-37F5-54F9-09C2-C9AAB44A3B9B}"/>
                </a:ext>
              </a:extLst>
            </p:cNvPr>
            <p:cNvSpPr/>
            <p:nvPr/>
          </p:nvSpPr>
          <p:spPr>
            <a:xfrm>
              <a:off x="1704778" y="926014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0" y="0"/>
                  </a:moveTo>
                  <a:lnTo>
                    <a:pt x="0" y="328848"/>
                  </a:lnTo>
                  <a:lnTo>
                    <a:pt x="328848" y="657697"/>
                  </a:lnTo>
                  <a:lnTo>
                    <a:pt x="657697" y="657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9">
              <a:extLst>
                <a:ext uri="{FF2B5EF4-FFF2-40B4-BE49-F238E27FC236}">
                  <a16:creationId xmlns:a16="http://schemas.microsoft.com/office/drawing/2014/main" id="{DA485F08-66C9-0D81-00B6-DFA8730C25CA}"/>
                </a:ext>
              </a:extLst>
            </p:cNvPr>
            <p:cNvSpPr/>
            <p:nvPr/>
          </p:nvSpPr>
          <p:spPr>
            <a:xfrm>
              <a:off x="1704780" y="1254866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0" y="0"/>
                  </a:moveTo>
                  <a:lnTo>
                    <a:pt x="0" y="328848"/>
                  </a:lnTo>
                  <a:lnTo>
                    <a:pt x="328848" y="328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F82C50A7-EB49-9AA9-1666-4E8F871A7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0" y="-621015"/>
            <a:ext cx="3124741" cy="24996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>
            <a:extLst>
              <a:ext uri="{FF2B5EF4-FFF2-40B4-BE49-F238E27FC236}">
                <a16:creationId xmlns:a16="http://schemas.microsoft.com/office/drawing/2014/main" id="{81DBB96A-6C36-71B5-2126-CF863D256800}"/>
              </a:ext>
            </a:extLst>
          </p:cNvPr>
          <p:cNvSpPr/>
          <p:nvPr userDrawn="1"/>
        </p:nvSpPr>
        <p:spPr>
          <a:xfrm>
            <a:off x="0" y="1034541"/>
            <a:ext cx="16360775" cy="1403350"/>
          </a:xfrm>
          <a:custGeom>
            <a:avLst/>
            <a:gdLst/>
            <a:ahLst/>
            <a:cxnLst/>
            <a:rect l="l" t="t" r="r" b="b"/>
            <a:pathLst>
              <a:path w="16360775" h="1403350">
                <a:moveTo>
                  <a:pt x="16360423" y="0"/>
                </a:moveTo>
                <a:lnTo>
                  <a:pt x="0" y="0"/>
                </a:lnTo>
                <a:lnTo>
                  <a:pt x="0" y="1403056"/>
                </a:lnTo>
                <a:lnTo>
                  <a:pt x="16360423" y="1403056"/>
                </a:lnTo>
                <a:lnTo>
                  <a:pt x="16360423" y="0"/>
                </a:lnTo>
                <a:close/>
              </a:path>
            </a:pathLst>
          </a:custGeom>
          <a:solidFill>
            <a:srgbClr val="2362D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6">
            <a:extLst>
              <a:ext uri="{FF2B5EF4-FFF2-40B4-BE49-F238E27FC236}">
                <a16:creationId xmlns:a16="http://schemas.microsoft.com/office/drawing/2014/main" id="{B5184F95-BCF5-92D8-B99A-854D7A5D540E}"/>
              </a:ext>
            </a:extLst>
          </p:cNvPr>
          <p:cNvGrpSpPr/>
          <p:nvPr userDrawn="1"/>
        </p:nvGrpSpPr>
        <p:grpSpPr>
          <a:xfrm>
            <a:off x="14960210" y="1037396"/>
            <a:ext cx="2800985" cy="1400810"/>
            <a:chOff x="14960210" y="2221415"/>
            <a:chExt cx="2800985" cy="1400810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B55FCBF-6262-C402-14C4-FD0F9E6B8BA0}"/>
                </a:ext>
              </a:extLst>
            </p:cNvPr>
            <p:cNvSpPr/>
            <p:nvPr/>
          </p:nvSpPr>
          <p:spPr>
            <a:xfrm>
              <a:off x="17061679" y="2922665"/>
              <a:ext cx="699135" cy="699135"/>
            </a:xfrm>
            <a:custGeom>
              <a:avLst/>
              <a:gdLst/>
              <a:ahLst/>
              <a:cxnLst/>
              <a:rect l="l" t="t" r="r" b="b"/>
              <a:pathLst>
                <a:path w="699134" h="699135">
                  <a:moveTo>
                    <a:pt x="698973" y="0"/>
                  </a:moveTo>
                  <a:lnTo>
                    <a:pt x="0" y="698973"/>
                  </a:lnTo>
                  <a:lnTo>
                    <a:pt x="698973" y="698973"/>
                  </a:lnTo>
                  <a:lnTo>
                    <a:pt x="698973" y="0"/>
                  </a:lnTo>
                  <a:close/>
                </a:path>
              </a:pathLst>
            </a:custGeom>
            <a:solidFill>
              <a:srgbClr val="130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5B5C4776-994E-152E-1A53-91847C446767}"/>
                </a:ext>
              </a:extLst>
            </p:cNvPr>
            <p:cNvSpPr/>
            <p:nvPr/>
          </p:nvSpPr>
          <p:spPr>
            <a:xfrm>
              <a:off x="16360435" y="2221417"/>
              <a:ext cx="1400810" cy="1400810"/>
            </a:xfrm>
            <a:custGeom>
              <a:avLst/>
              <a:gdLst/>
              <a:ahLst/>
              <a:cxnLst/>
              <a:rect l="l" t="t" r="r" b="b"/>
              <a:pathLst>
                <a:path w="1400809" h="1400810">
                  <a:moveTo>
                    <a:pt x="1400219" y="0"/>
                  </a:moveTo>
                  <a:lnTo>
                    <a:pt x="0" y="1400219"/>
                  </a:lnTo>
                  <a:lnTo>
                    <a:pt x="701245" y="1400219"/>
                  </a:lnTo>
                  <a:lnTo>
                    <a:pt x="1400219" y="701245"/>
                  </a:lnTo>
                  <a:lnTo>
                    <a:pt x="1400219" y="0"/>
                  </a:lnTo>
                  <a:close/>
                </a:path>
              </a:pathLst>
            </a:custGeom>
            <a:solidFill>
              <a:srgbClr val="170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00A816C8-1CC7-9FD9-AE26-CBF88052DCBC}"/>
                </a:ext>
              </a:extLst>
            </p:cNvPr>
            <p:cNvSpPr/>
            <p:nvPr/>
          </p:nvSpPr>
          <p:spPr>
            <a:xfrm>
              <a:off x="16360435" y="2221415"/>
              <a:ext cx="1400810" cy="1400810"/>
            </a:xfrm>
            <a:custGeom>
              <a:avLst/>
              <a:gdLst/>
              <a:ahLst/>
              <a:cxnLst/>
              <a:rect l="l" t="t" r="r" b="b"/>
              <a:pathLst>
                <a:path w="1400809" h="1400810">
                  <a:moveTo>
                    <a:pt x="1400219" y="0"/>
                  </a:moveTo>
                  <a:lnTo>
                    <a:pt x="701245" y="0"/>
                  </a:lnTo>
                  <a:lnTo>
                    <a:pt x="0" y="701245"/>
                  </a:lnTo>
                  <a:lnTo>
                    <a:pt x="0" y="1400219"/>
                  </a:lnTo>
                  <a:lnTo>
                    <a:pt x="1400219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2AEC0C93-91C9-898D-5DCA-70C04F68CDD0}"/>
                </a:ext>
              </a:extLst>
            </p:cNvPr>
            <p:cNvSpPr/>
            <p:nvPr/>
          </p:nvSpPr>
          <p:spPr>
            <a:xfrm>
              <a:off x="16360432" y="2221420"/>
              <a:ext cx="701675" cy="701675"/>
            </a:xfrm>
            <a:custGeom>
              <a:avLst/>
              <a:gdLst/>
              <a:ahLst/>
              <a:cxnLst/>
              <a:rect l="l" t="t" r="r" b="b"/>
              <a:pathLst>
                <a:path w="701675" h="701675">
                  <a:moveTo>
                    <a:pt x="701245" y="0"/>
                  </a:moveTo>
                  <a:lnTo>
                    <a:pt x="0" y="0"/>
                  </a:lnTo>
                  <a:lnTo>
                    <a:pt x="0" y="701245"/>
                  </a:lnTo>
                  <a:lnTo>
                    <a:pt x="701245" y="0"/>
                  </a:lnTo>
                  <a:close/>
                </a:path>
              </a:pathLst>
            </a:custGeom>
            <a:solidFill>
              <a:srgbClr val="170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60EBA416-E0CF-2D6A-06CC-421FAA7A2EF6}"/>
                </a:ext>
              </a:extLst>
            </p:cNvPr>
            <p:cNvSpPr/>
            <p:nvPr/>
          </p:nvSpPr>
          <p:spPr>
            <a:xfrm>
              <a:off x="15661458" y="2922665"/>
              <a:ext cx="699135" cy="699135"/>
            </a:xfrm>
            <a:custGeom>
              <a:avLst/>
              <a:gdLst/>
              <a:ahLst/>
              <a:cxnLst/>
              <a:rect l="l" t="t" r="r" b="b"/>
              <a:pathLst>
                <a:path w="699134" h="699135">
                  <a:moveTo>
                    <a:pt x="698973" y="0"/>
                  </a:moveTo>
                  <a:lnTo>
                    <a:pt x="0" y="698973"/>
                  </a:lnTo>
                  <a:lnTo>
                    <a:pt x="698973" y="698973"/>
                  </a:lnTo>
                  <a:lnTo>
                    <a:pt x="698973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5A346767-474B-A7E7-1081-FB3380A02CB4}"/>
                </a:ext>
              </a:extLst>
            </p:cNvPr>
            <p:cNvSpPr/>
            <p:nvPr/>
          </p:nvSpPr>
          <p:spPr>
            <a:xfrm>
              <a:off x="14960214" y="2221417"/>
              <a:ext cx="1400810" cy="1400810"/>
            </a:xfrm>
            <a:custGeom>
              <a:avLst/>
              <a:gdLst/>
              <a:ahLst/>
              <a:cxnLst/>
              <a:rect l="l" t="t" r="r" b="b"/>
              <a:pathLst>
                <a:path w="1400809" h="1400810">
                  <a:moveTo>
                    <a:pt x="1400219" y="0"/>
                  </a:moveTo>
                  <a:lnTo>
                    <a:pt x="0" y="1400219"/>
                  </a:lnTo>
                  <a:lnTo>
                    <a:pt x="701245" y="1400219"/>
                  </a:lnTo>
                  <a:lnTo>
                    <a:pt x="1400219" y="701245"/>
                  </a:lnTo>
                  <a:lnTo>
                    <a:pt x="1400219" y="0"/>
                  </a:lnTo>
                  <a:close/>
                </a:path>
              </a:pathLst>
            </a:custGeom>
            <a:solidFill>
              <a:srgbClr val="170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D5659DA8-5340-0D0A-16F1-102994AF513D}"/>
                </a:ext>
              </a:extLst>
            </p:cNvPr>
            <p:cNvSpPr/>
            <p:nvPr/>
          </p:nvSpPr>
          <p:spPr>
            <a:xfrm>
              <a:off x="14960214" y="2221415"/>
              <a:ext cx="1400810" cy="1400810"/>
            </a:xfrm>
            <a:custGeom>
              <a:avLst/>
              <a:gdLst/>
              <a:ahLst/>
              <a:cxnLst/>
              <a:rect l="l" t="t" r="r" b="b"/>
              <a:pathLst>
                <a:path w="1400809" h="1400810">
                  <a:moveTo>
                    <a:pt x="1400219" y="0"/>
                  </a:moveTo>
                  <a:lnTo>
                    <a:pt x="701245" y="0"/>
                  </a:lnTo>
                  <a:lnTo>
                    <a:pt x="0" y="701245"/>
                  </a:lnTo>
                  <a:lnTo>
                    <a:pt x="0" y="1400219"/>
                  </a:lnTo>
                  <a:lnTo>
                    <a:pt x="1400219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885C7731-6110-824D-161A-183DF729E7CB}"/>
                </a:ext>
              </a:extLst>
            </p:cNvPr>
            <p:cNvSpPr/>
            <p:nvPr/>
          </p:nvSpPr>
          <p:spPr>
            <a:xfrm>
              <a:off x="14960210" y="2221420"/>
              <a:ext cx="701675" cy="701675"/>
            </a:xfrm>
            <a:custGeom>
              <a:avLst/>
              <a:gdLst/>
              <a:ahLst/>
              <a:cxnLst/>
              <a:rect l="l" t="t" r="r" b="b"/>
              <a:pathLst>
                <a:path w="701675" h="701675">
                  <a:moveTo>
                    <a:pt x="701245" y="0"/>
                  </a:moveTo>
                  <a:lnTo>
                    <a:pt x="0" y="0"/>
                  </a:lnTo>
                  <a:lnTo>
                    <a:pt x="0" y="701245"/>
                  </a:lnTo>
                  <a:lnTo>
                    <a:pt x="701245" y="0"/>
                  </a:lnTo>
                  <a:close/>
                </a:path>
              </a:pathLst>
            </a:custGeom>
            <a:solidFill>
              <a:srgbClr val="170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4989C42D-1900-C5CA-2AD4-6A715D611548}"/>
                </a:ext>
              </a:extLst>
            </p:cNvPr>
            <p:cNvSpPr/>
            <p:nvPr/>
          </p:nvSpPr>
          <p:spPr>
            <a:xfrm>
              <a:off x="17411145" y="3272720"/>
              <a:ext cx="349885" cy="349885"/>
            </a:xfrm>
            <a:custGeom>
              <a:avLst/>
              <a:gdLst/>
              <a:ahLst/>
              <a:cxnLst/>
              <a:rect l="l" t="t" r="r" b="b"/>
              <a:pathLst>
                <a:path w="349884" h="349885">
                  <a:moveTo>
                    <a:pt x="349507" y="0"/>
                  </a:moveTo>
                  <a:lnTo>
                    <a:pt x="0" y="349507"/>
                  </a:lnTo>
                  <a:lnTo>
                    <a:pt x="349507" y="349507"/>
                  </a:lnTo>
                  <a:lnTo>
                    <a:pt x="349507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0B2E9B72-C8D5-E3E5-5198-5078588D6E53}"/>
                </a:ext>
              </a:extLst>
            </p:cNvPr>
            <p:cNvSpPr/>
            <p:nvPr/>
          </p:nvSpPr>
          <p:spPr>
            <a:xfrm>
              <a:off x="17060510" y="2922078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146" y="0"/>
                  </a:moveTo>
                  <a:lnTo>
                    <a:pt x="0" y="700146"/>
                  </a:lnTo>
                  <a:lnTo>
                    <a:pt x="350638" y="700146"/>
                  </a:lnTo>
                  <a:lnTo>
                    <a:pt x="700146" y="350638"/>
                  </a:lnTo>
                  <a:lnTo>
                    <a:pt x="700146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2C092463-FBF7-1D52-9D11-4C2AC3FB9B71}"/>
                </a:ext>
              </a:extLst>
            </p:cNvPr>
            <p:cNvSpPr/>
            <p:nvPr/>
          </p:nvSpPr>
          <p:spPr>
            <a:xfrm>
              <a:off x="17060510" y="2922077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146" y="0"/>
                  </a:moveTo>
                  <a:lnTo>
                    <a:pt x="350638" y="0"/>
                  </a:lnTo>
                  <a:lnTo>
                    <a:pt x="0" y="350638"/>
                  </a:lnTo>
                  <a:lnTo>
                    <a:pt x="0" y="700146"/>
                  </a:lnTo>
                  <a:lnTo>
                    <a:pt x="700146" y="0"/>
                  </a:lnTo>
                  <a:close/>
                </a:path>
              </a:pathLst>
            </a:custGeom>
            <a:solidFill>
              <a:srgbClr val="170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E288CBB7-43E2-2C71-0BB5-D885A830C8F6}"/>
                </a:ext>
              </a:extLst>
            </p:cNvPr>
            <p:cNvSpPr/>
            <p:nvPr/>
          </p:nvSpPr>
          <p:spPr>
            <a:xfrm>
              <a:off x="17060506" y="2922082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5" h="351154">
                  <a:moveTo>
                    <a:pt x="350638" y="0"/>
                  </a:moveTo>
                  <a:lnTo>
                    <a:pt x="0" y="0"/>
                  </a:lnTo>
                  <a:lnTo>
                    <a:pt x="0" y="350638"/>
                  </a:lnTo>
                  <a:lnTo>
                    <a:pt x="350638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B3F7AE84-4002-C695-A2D1-A19D95103581}"/>
                </a:ext>
              </a:extLst>
            </p:cNvPr>
            <p:cNvSpPr/>
            <p:nvPr/>
          </p:nvSpPr>
          <p:spPr>
            <a:xfrm>
              <a:off x="16711622" y="3272720"/>
              <a:ext cx="349885" cy="349885"/>
            </a:xfrm>
            <a:custGeom>
              <a:avLst/>
              <a:gdLst/>
              <a:ahLst/>
              <a:cxnLst/>
              <a:rect l="l" t="t" r="r" b="b"/>
              <a:pathLst>
                <a:path w="349884" h="349885">
                  <a:moveTo>
                    <a:pt x="349507" y="0"/>
                  </a:moveTo>
                  <a:lnTo>
                    <a:pt x="0" y="349507"/>
                  </a:lnTo>
                  <a:lnTo>
                    <a:pt x="349507" y="349507"/>
                  </a:lnTo>
                  <a:lnTo>
                    <a:pt x="349507" y="0"/>
                  </a:lnTo>
                  <a:close/>
                </a:path>
              </a:pathLst>
            </a:custGeom>
            <a:solidFill>
              <a:srgbClr val="170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03E7E7A9-1789-2343-3EC4-2685F43F3E78}"/>
                </a:ext>
              </a:extLst>
            </p:cNvPr>
            <p:cNvSpPr/>
            <p:nvPr/>
          </p:nvSpPr>
          <p:spPr>
            <a:xfrm>
              <a:off x="16360987" y="2922078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146" y="0"/>
                  </a:moveTo>
                  <a:lnTo>
                    <a:pt x="0" y="700146"/>
                  </a:lnTo>
                  <a:lnTo>
                    <a:pt x="350638" y="700146"/>
                  </a:lnTo>
                  <a:lnTo>
                    <a:pt x="700146" y="350638"/>
                  </a:lnTo>
                  <a:lnTo>
                    <a:pt x="700146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A01DD709-C4DD-262C-554A-ABD42419F16C}"/>
                </a:ext>
              </a:extLst>
            </p:cNvPr>
            <p:cNvSpPr/>
            <p:nvPr/>
          </p:nvSpPr>
          <p:spPr>
            <a:xfrm>
              <a:off x="16360987" y="2922077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146" y="0"/>
                  </a:moveTo>
                  <a:lnTo>
                    <a:pt x="350638" y="0"/>
                  </a:lnTo>
                  <a:lnTo>
                    <a:pt x="0" y="350638"/>
                  </a:lnTo>
                  <a:lnTo>
                    <a:pt x="0" y="700146"/>
                  </a:lnTo>
                  <a:lnTo>
                    <a:pt x="700146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2650D8B2-11C6-A0D9-687E-A15CED5C7E1F}"/>
                </a:ext>
              </a:extLst>
            </p:cNvPr>
            <p:cNvSpPr/>
            <p:nvPr/>
          </p:nvSpPr>
          <p:spPr>
            <a:xfrm>
              <a:off x="16360982" y="2922082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5" h="351154">
                  <a:moveTo>
                    <a:pt x="350638" y="0"/>
                  </a:moveTo>
                  <a:lnTo>
                    <a:pt x="0" y="0"/>
                  </a:lnTo>
                  <a:lnTo>
                    <a:pt x="0" y="350638"/>
                  </a:lnTo>
                  <a:lnTo>
                    <a:pt x="350638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Picture 25" descr="Logo&#10;&#10;Description automatically generated">
            <a:extLst>
              <a:ext uri="{FF2B5EF4-FFF2-40B4-BE49-F238E27FC236}">
                <a16:creationId xmlns:a16="http://schemas.microsoft.com/office/drawing/2014/main" id="{B12EE94A-1184-9B8F-B933-640B0AB60B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0" y="-621015"/>
            <a:ext cx="3124741" cy="24996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2">
            <a:extLst>
              <a:ext uri="{FF2B5EF4-FFF2-40B4-BE49-F238E27FC236}">
                <a16:creationId xmlns:a16="http://schemas.microsoft.com/office/drawing/2014/main" id="{14E302A5-E472-A3A1-543F-2F916DAB2980}"/>
              </a:ext>
            </a:extLst>
          </p:cNvPr>
          <p:cNvGrpSpPr/>
          <p:nvPr userDrawn="1"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5CBD019F-9F33-42FD-986F-B128C3E6293A}"/>
                </a:ext>
              </a:extLst>
            </p:cNvPr>
            <p:cNvSpPr/>
            <p:nvPr/>
          </p:nvSpPr>
          <p:spPr>
            <a:xfrm>
              <a:off x="10052343" y="167"/>
              <a:ext cx="10052050" cy="11308715"/>
            </a:xfrm>
            <a:custGeom>
              <a:avLst/>
              <a:gdLst/>
              <a:ahLst/>
              <a:cxnLst/>
              <a:rect l="l" t="t" r="r" b="b"/>
              <a:pathLst>
                <a:path w="10052050" h="11308715">
                  <a:moveTo>
                    <a:pt x="10051746" y="0"/>
                  </a:moveTo>
                  <a:lnTo>
                    <a:pt x="0" y="0"/>
                  </a:lnTo>
                  <a:lnTo>
                    <a:pt x="0" y="11308388"/>
                  </a:lnTo>
                  <a:lnTo>
                    <a:pt x="10051746" y="11308388"/>
                  </a:lnTo>
                  <a:lnTo>
                    <a:pt x="10051746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DAE6A5D6-D2EB-E1D9-8C8E-FC7330730D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52343" cy="11308556"/>
            </a:xfrm>
            <a:prstGeom prst="rect">
              <a:avLst/>
            </a:prstGeom>
          </p:spPr>
        </p:pic>
      </p:grpSp>
      <p:sp>
        <p:nvSpPr>
          <p:cNvPr id="13" name="object 9">
            <a:extLst>
              <a:ext uri="{FF2B5EF4-FFF2-40B4-BE49-F238E27FC236}">
                <a16:creationId xmlns:a16="http://schemas.microsoft.com/office/drawing/2014/main" id="{6017433F-C3F0-DC84-1560-B8D70A649D03}"/>
              </a:ext>
            </a:extLst>
          </p:cNvPr>
          <p:cNvSpPr/>
          <p:nvPr userDrawn="1"/>
        </p:nvSpPr>
        <p:spPr>
          <a:xfrm>
            <a:off x="0" y="2970506"/>
            <a:ext cx="7309484" cy="1671320"/>
          </a:xfrm>
          <a:custGeom>
            <a:avLst/>
            <a:gdLst/>
            <a:ahLst/>
            <a:cxnLst/>
            <a:rect l="l" t="t" r="r" b="b"/>
            <a:pathLst>
              <a:path w="7309484" h="1671320">
                <a:moveTo>
                  <a:pt x="7309054" y="0"/>
                </a:moveTo>
                <a:lnTo>
                  <a:pt x="0" y="0"/>
                </a:lnTo>
                <a:lnTo>
                  <a:pt x="0" y="1671111"/>
                </a:lnTo>
                <a:lnTo>
                  <a:pt x="7309054" y="1671111"/>
                </a:lnTo>
                <a:lnTo>
                  <a:pt x="7309054" y="0"/>
                </a:lnTo>
                <a:close/>
              </a:path>
            </a:pathLst>
          </a:custGeom>
          <a:solidFill>
            <a:srgbClr val="2362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A43A4585-D3CE-8E83-9D6E-BFD9BB61E355}"/>
              </a:ext>
            </a:extLst>
          </p:cNvPr>
          <p:cNvSpPr/>
          <p:nvPr userDrawn="1"/>
        </p:nvSpPr>
        <p:spPr>
          <a:xfrm>
            <a:off x="6476571" y="3807066"/>
            <a:ext cx="834390" cy="834390"/>
          </a:xfrm>
          <a:custGeom>
            <a:avLst/>
            <a:gdLst/>
            <a:ahLst/>
            <a:cxnLst/>
            <a:rect l="l" t="t" r="r" b="b"/>
            <a:pathLst>
              <a:path w="834390" h="834389">
                <a:moveTo>
                  <a:pt x="833848" y="0"/>
                </a:moveTo>
                <a:lnTo>
                  <a:pt x="0" y="833848"/>
                </a:lnTo>
                <a:lnTo>
                  <a:pt x="833848" y="833848"/>
                </a:lnTo>
                <a:lnTo>
                  <a:pt x="833848" y="0"/>
                </a:lnTo>
                <a:close/>
              </a:path>
            </a:pathLst>
          </a:custGeom>
          <a:solidFill>
            <a:srgbClr val="130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BA694292-B9A1-BF84-C017-04178F224ADA}"/>
              </a:ext>
            </a:extLst>
          </p:cNvPr>
          <p:cNvSpPr/>
          <p:nvPr userDrawn="1"/>
        </p:nvSpPr>
        <p:spPr>
          <a:xfrm>
            <a:off x="5639999" y="2970494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1670420" y="0"/>
                </a:moveTo>
                <a:lnTo>
                  <a:pt x="0" y="1670420"/>
                </a:lnTo>
                <a:lnTo>
                  <a:pt x="836571" y="1670420"/>
                </a:lnTo>
                <a:lnTo>
                  <a:pt x="1670420" y="836571"/>
                </a:lnTo>
                <a:lnTo>
                  <a:pt x="1670420" y="0"/>
                </a:lnTo>
                <a:close/>
              </a:path>
            </a:pathLst>
          </a:custGeom>
          <a:solidFill>
            <a:srgbClr val="1700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0433315D-8C2E-3A11-6C23-A0DDA3385149}"/>
              </a:ext>
            </a:extLst>
          </p:cNvPr>
          <p:cNvSpPr/>
          <p:nvPr userDrawn="1"/>
        </p:nvSpPr>
        <p:spPr>
          <a:xfrm>
            <a:off x="5639999" y="2970500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1670420" y="0"/>
                </a:moveTo>
                <a:lnTo>
                  <a:pt x="836571" y="0"/>
                </a:lnTo>
                <a:lnTo>
                  <a:pt x="0" y="836571"/>
                </a:lnTo>
                <a:lnTo>
                  <a:pt x="10" y="1670409"/>
                </a:lnTo>
                <a:lnTo>
                  <a:pt x="1670420" y="0"/>
                </a:lnTo>
                <a:close/>
              </a:path>
            </a:pathLst>
          </a:custGeom>
          <a:solidFill>
            <a:srgbClr val="2362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B9EA8006-1EB4-A557-3090-3B77C9111A92}"/>
              </a:ext>
            </a:extLst>
          </p:cNvPr>
          <p:cNvSpPr/>
          <p:nvPr userDrawn="1"/>
        </p:nvSpPr>
        <p:spPr>
          <a:xfrm>
            <a:off x="5640004" y="2970496"/>
            <a:ext cx="836930" cy="836930"/>
          </a:xfrm>
          <a:custGeom>
            <a:avLst/>
            <a:gdLst/>
            <a:ahLst/>
            <a:cxnLst/>
            <a:rect l="l" t="t" r="r" b="b"/>
            <a:pathLst>
              <a:path w="836929" h="836929">
                <a:moveTo>
                  <a:pt x="836571" y="0"/>
                </a:moveTo>
                <a:lnTo>
                  <a:pt x="0" y="0"/>
                </a:lnTo>
                <a:lnTo>
                  <a:pt x="0" y="836571"/>
                </a:lnTo>
                <a:lnTo>
                  <a:pt x="836571" y="0"/>
                </a:lnTo>
                <a:close/>
              </a:path>
            </a:pathLst>
          </a:custGeom>
          <a:solidFill>
            <a:srgbClr val="1700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1A82F495-E45A-DD38-76CD-A0E24342779D}"/>
              </a:ext>
            </a:extLst>
          </p:cNvPr>
          <p:cNvSpPr/>
          <p:nvPr userDrawn="1"/>
        </p:nvSpPr>
        <p:spPr>
          <a:xfrm>
            <a:off x="6893469" y="4224670"/>
            <a:ext cx="417195" cy="417195"/>
          </a:xfrm>
          <a:custGeom>
            <a:avLst/>
            <a:gdLst/>
            <a:ahLst/>
            <a:cxnLst/>
            <a:rect l="l" t="t" r="r" b="b"/>
            <a:pathLst>
              <a:path w="417195" h="417195">
                <a:moveTo>
                  <a:pt x="416950" y="0"/>
                </a:moveTo>
                <a:lnTo>
                  <a:pt x="0" y="416950"/>
                </a:lnTo>
                <a:lnTo>
                  <a:pt x="416950" y="416950"/>
                </a:lnTo>
                <a:lnTo>
                  <a:pt x="416950" y="0"/>
                </a:lnTo>
                <a:close/>
              </a:path>
            </a:pathLst>
          </a:custGeom>
          <a:solidFill>
            <a:srgbClr val="2362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11FC3FD7-636C-E71E-F285-A0F189EE4D1D}"/>
              </a:ext>
            </a:extLst>
          </p:cNvPr>
          <p:cNvSpPr/>
          <p:nvPr userDrawn="1"/>
        </p:nvSpPr>
        <p:spPr>
          <a:xfrm>
            <a:off x="6475173" y="3806363"/>
            <a:ext cx="835660" cy="835660"/>
          </a:xfrm>
          <a:custGeom>
            <a:avLst/>
            <a:gdLst/>
            <a:ahLst/>
            <a:cxnLst/>
            <a:rect l="l" t="t" r="r" b="b"/>
            <a:pathLst>
              <a:path w="835659" h="835660">
                <a:moveTo>
                  <a:pt x="835252" y="0"/>
                </a:moveTo>
                <a:lnTo>
                  <a:pt x="0" y="835252"/>
                </a:lnTo>
                <a:lnTo>
                  <a:pt x="418301" y="835252"/>
                </a:lnTo>
                <a:lnTo>
                  <a:pt x="835252" y="418301"/>
                </a:lnTo>
                <a:lnTo>
                  <a:pt x="835252" y="0"/>
                </a:lnTo>
                <a:close/>
              </a:path>
            </a:pathLst>
          </a:custGeom>
          <a:solidFill>
            <a:srgbClr val="D4D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BE4DFBFD-5044-5C68-AAB1-6590888B09B5}"/>
              </a:ext>
            </a:extLst>
          </p:cNvPr>
          <p:cNvSpPr/>
          <p:nvPr userDrawn="1"/>
        </p:nvSpPr>
        <p:spPr>
          <a:xfrm>
            <a:off x="6475172" y="3806365"/>
            <a:ext cx="835660" cy="835660"/>
          </a:xfrm>
          <a:custGeom>
            <a:avLst/>
            <a:gdLst/>
            <a:ahLst/>
            <a:cxnLst/>
            <a:rect l="l" t="t" r="r" b="b"/>
            <a:pathLst>
              <a:path w="835659" h="835660">
                <a:moveTo>
                  <a:pt x="835252" y="0"/>
                </a:moveTo>
                <a:lnTo>
                  <a:pt x="418301" y="0"/>
                </a:lnTo>
                <a:lnTo>
                  <a:pt x="0" y="418301"/>
                </a:lnTo>
                <a:lnTo>
                  <a:pt x="0" y="835252"/>
                </a:lnTo>
                <a:lnTo>
                  <a:pt x="835252" y="0"/>
                </a:lnTo>
                <a:close/>
              </a:path>
            </a:pathLst>
          </a:custGeom>
          <a:solidFill>
            <a:srgbClr val="1700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605A8A9A-A05E-EA3A-2DD6-72107A28B449}"/>
              </a:ext>
            </a:extLst>
          </p:cNvPr>
          <p:cNvSpPr/>
          <p:nvPr userDrawn="1"/>
        </p:nvSpPr>
        <p:spPr>
          <a:xfrm>
            <a:off x="6475169" y="3806368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5" h="418464">
                <a:moveTo>
                  <a:pt x="418301" y="0"/>
                </a:moveTo>
                <a:lnTo>
                  <a:pt x="0" y="0"/>
                </a:lnTo>
                <a:lnTo>
                  <a:pt x="0" y="418301"/>
                </a:lnTo>
                <a:lnTo>
                  <a:pt x="418301" y="0"/>
                </a:lnTo>
                <a:close/>
              </a:path>
            </a:pathLst>
          </a:custGeom>
          <a:solidFill>
            <a:srgbClr val="D4D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11380A1-92CF-65F4-1273-8CA81ED7E1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48250" y="-621015"/>
            <a:ext cx="3124740" cy="24996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37D3D21-F16B-6210-505A-A7BE08BC2B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0EE34DC-CAB8-72B0-F0EF-7761D7E08E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48250" y="-621015"/>
            <a:ext cx="3124740" cy="24996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D22A999-FB36-DF0B-1A64-7239FEAA2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0" y="-621015"/>
            <a:ext cx="3124741" cy="249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2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C42544FE-764F-B955-00DB-3D4E3430C03A}"/>
              </a:ext>
            </a:extLst>
          </p:cNvPr>
          <p:cNvSpPr/>
          <p:nvPr userDrawn="1"/>
        </p:nvSpPr>
        <p:spPr>
          <a:xfrm>
            <a:off x="0" y="6275987"/>
            <a:ext cx="20104100" cy="5033010"/>
          </a:xfrm>
          <a:custGeom>
            <a:avLst/>
            <a:gdLst/>
            <a:ahLst/>
            <a:cxnLst/>
            <a:rect l="l" t="t" r="r" b="b"/>
            <a:pathLst>
              <a:path w="20104100" h="5033009">
                <a:moveTo>
                  <a:pt x="20104099" y="0"/>
                </a:moveTo>
                <a:lnTo>
                  <a:pt x="0" y="0"/>
                </a:lnTo>
                <a:lnTo>
                  <a:pt x="0" y="5032537"/>
                </a:lnTo>
                <a:lnTo>
                  <a:pt x="20104099" y="5032537"/>
                </a:lnTo>
                <a:lnTo>
                  <a:pt x="20104099" y="0"/>
                </a:lnTo>
                <a:close/>
              </a:path>
            </a:pathLst>
          </a:custGeom>
          <a:solidFill>
            <a:srgbClr val="99B6FF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2AC5E4FB-F1B3-40BA-2E7C-1B8D141BD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0" y="-621015"/>
            <a:ext cx="3124741" cy="2499675"/>
          </a:xfrm>
          <a:prstGeom prst="rect">
            <a:avLst/>
          </a:prstGeom>
        </p:spPr>
      </p:pic>
      <p:grpSp>
        <p:nvGrpSpPr>
          <p:cNvPr id="6" name="object 10">
            <a:extLst>
              <a:ext uri="{FF2B5EF4-FFF2-40B4-BE49-F238E27FC236}">
                <a16:creationId xmlns:a16="http://schemas.microsoft.com/office/drawing/2014/main" id="{435A69CF-EB0D-E566-8231-32AC3C80A4FA}"/>
              </a:ext>
            </a:extLst>
          </p:cNvPr>
          <p:cNvGrpSpPr/>
          <p:nvPr userDrawn="1"/>
        </p:nvGrpSpPr>
        <p:grpSpPr>
          <a:xfrm>
            <a:off x="0" y="325329"/>
            <a:ext cx="2009235" cy="516752"/>
            <a:chOff x="0" y="926014"/>
            <a:chExt cx="2362835" cy="657860"/>
          </a:xfrm>
        </p:grpSpPr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0F0CE4F7-F2D4-7C3C-D666-2EBBC647EA2C}"/>
                </a:ext>
              </a:extLst>
            </p:cNvPr>
            <p:cNvSpPr/>
            <p:nvPr/>
          </p:nvSpPr>
          <p:spPr>
            <a:xfrm>
              <a:off x="0" y="926024"/>
              <a:ext cx="2362835" cy="657860"/>
            </a:xfrm>
            <a:custGeom>
              <a:avLst/>
              <a:gdLst/>
              <a:ahLst/>
              <a:cxnLst/>
              <a:rect l="l" t="t" r="r" b="b"/>
              <a:pathLst>
                <a:path w="2362835" h="657860">
                  <a:moveTo>
                    <a:pt x="2362472" y="0"/>
                  </a:moveTo>
                  <a:lnTo>
                    <a:pt x="0" y="0"/>
                  </a:lnTo>
                  <a:lnTo>
                    <a:pt x="0" y="657686"/>
                  </a:lnTo>
                  <a:lnTo>
                    <a:pt x="2362472" y="657686"/>
                  </a:lnTo>
                  <a:lnTo>
                    <a:pt x="2362472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77D4D162-3A62-96AD-C50F-580B585BBF94}"/>
                </a:ext>
              </a:extLst>
            </p:cNvPr>
            <p:cNvSpPr/>
            <p:nvPr/>
          </p:nvSpPr>
          <p:spPr>
            <a:xfrm>
              <a:off x="1375932" y="1254864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328848" y="0"/>
                  </a:moveTo>
                  <a:lnTo>
                    <a:pt x="0" y="328848"/>
                  </a:lnTo>
                  <a:lnTo>
                    <a:pt x="328848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2C8B361D-0360-B25E-8041-F9E543E11EF6}"/>
                </a:ext>
              </a:extLst>
            </p:cNvPr>
            <p:cNvSpPr/>
            <p:nvPr/>
          </p:nvSpPr>
          <p:spPr>
            <a:xfrm>
              <a:off x="1047084" y="926015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657697" y="0"/>
                  </a:moveTo>
                  <a:lnTo>
                    <a:pt x="0" y="657697"/>
                  </a:lnTo>
                  <a:lnTo>
                    <a:pt x="328848" y="657697"/>
                  </a:lnTo>
                  <a:lnTo>
                    <a:pt x="657697" y="328848"/>
                  </a:lnTo>
                  <a:lnTo>
                    <a:pt x="657697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8CB4971C-024A-9AE6-194C-5141E8D03628}"/>
                </a:ext>
              </a:extLst>
            </p:cNvPr>
            <p:cNvSpPr/>
            <p:nvPr/>
          </p:nvSpPr>
          <p:spPr>
            <a:xfrm>
              <a:off x="1047086" y="926017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657697" y="0"/>
                  </a:moveTo>
                  <a:lnTo>
                    <a:pt x="328848" y="0"/>
                  </a:lnTo>
                  <a:lnTo>
                    <a:pt x="0" y="328848"/>
                  </a:lnTo>
                  <a:lnTo>
                    <a:pt x="0" y="657697"/>
                  </a:lnTo>
                  <a:lnTo>
                    <a:pt x="657697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BF2A4278-2C85-0D9C-E4B5-F9D889FC782C}"/>
                </a:ext>
              </a:extLst>
            </p:cNvPr>
            <p:cNvSpPr/>
            <p:nvPr/>
          </p:nvSpPr>
          <p:spPr>
            <a:xfrm>
              <a:off x="1047084" y="92602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328848" y="0"/>
                  </a:moveTo>
                  <a:lnTo>
                    <a:pt x="0" y="0"/>
                  </a:lnTo>
                  <a:lnTo>
                    <a:pt x="0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2C9D9B56-71C1-2A05-58DD-D2E34CF0A8FE}"/>
                </a:ext>
              </a:extLst>
            </p:cNvPr>
            <p:cNvSpPr/>
            <p:nvPr/>
          </p:nvSpPr>
          <p:spPr>
            <a:xfrm>
              <a:off x="2033623" y="926016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328848" y="0"/>
                  </a:moveTo>
                  <a:lnTo>
                    <a:pt x="0" y="0"/>
                  </a:lnTo>
                  <a:lnTo>
                    <a:pt x="328848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B58B54D6-0ABB-8814-B1CD-21ABBEF887C4}"/>
                </a:ext>
              </a:extLst>
            </p:cNvPr>
            <p:cNvSpPr/>
            <p:nvPr/>
          </p:nvSpPr>
          <p:spPr>
            <a:xfrm>
              <a:off x="1704775" y="926016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848" y="0"/>
                  </a:moveTo>
                  <a:lnTo>
                    <a:pt x="0" y="0"/>
                  </a:lnTo>
                  <a:lnTo>
                    <a:pt x="657697" y="657697"/>
                  </a:lnTo>
                  <a:lnTo>
                    <a:pt x="657697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1BD81C6F-956D-64B7-E0A6-E458644E9737}"/>
                </a:ext>
              </a:extLst>
            </p:cNvPr>
            <p:cNvSpPr/>
            <p:nvPr/>
          </p:nvSpPr>
          <p:spPr>
            <a:xfrm>
              <a:off x="1704778" y="926014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0" y="0"/>
                  </a:moveTo>
                  <a:lnTo>
                    <a:pt x="0" y="328848"/>
                  </a:lnTo>
                  <a:lnTo>
                    <a:pt x="328848" y="657697"/>
                  </a:lnTo>
                  <a:lnTo>
                    <a:pt x="657697" y="657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E852C848-039A-0693-189C-294B2B9D860A}"/>
                </a:ext>
              </a:extLst>
            </p:cNvPr>
            <p:cNvSpPr/>
            <p:nvPr/>
          </p:nvSpPr>
          <p:spPr>
            <a:xfrm>
              <a:off x="1704780" y="1254866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0" y="0"/>
                  </a:moveTo>
                  <a:lnTo>
                    <a:pt x="0" y="328848"/>
                  </a:lnTo>
                  <a:lnTo>
                    <a:pt x="328848" y="328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9137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F82C50A7-EB49-9AA9-1666-4E8F871A72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0" y="-621015"/>
            <a:ext cx="3124741" cy="2499675"/>
          </a:xfrm>
          <a:prstGeom prst="rect">
            <a:avLst/>
          </a:prstGeom>
        </p:spPr>
      </p:pic>
      <p:grpSp>
        <p:nvGrpSpPr>
          <p:cNvPr id="8" name="object 10">
            <a:extLst>
              <a:ext uri="{FF2B5EF4-FFF2-40B4-BE49-F238E27FC236}">
                <a16:creationId xmlns:a16="http://schemas.microsoft.com/office/drawing/2014/main" id="{D56F66F3-CA2C-A2E1-5900-A5DA95E6BB07}"/>
              </a:ext>
            </a:extLst>
          </p:cNvPr>
          <p:cNvGrpSpPr/>
          <p:nvPr userDrawn="1"/>
        </p:nvGrpSpPr>
        <p:grpSpPr>
          <a:xfrm>
            <a:off x="0" y="325329"/>
            <a:ext cx="2009235" cy="516752"/>
            <a:chOff x="0" y="926014"/>
            <a:chExt cx="2362835" cy="657860"/>
          </a:xfrm>
        </p:grpSpPr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E5692964-29BA-3B55-5449-03B596B152C0}"/>
                </a:ext>
              </a:extLst>
            </p:cNvPr>
            <p:cNvSpPr/>
            <p:nvPr/>
          </p:nvSpPr>
          <p:spPr>
            <a:xfrm>
              <a:off x="0" y="926024"/>
              <a:ext cx="2362835" cy="657860"/>
            </a:xfrm>
            <a:custGeom>
              <a:avLst/>
              <a:gdLst/>
              <a:ahLst/>
              <a:cxnLst/>
              <a:rect l="l" t="t" r="r" b="b"/>
              <a:pathLst>
                <a:path w="2362835" h="657860">
                  <a:moveTo>
                    <a:pt x="2362472" y="0"/>
                  </a:moveTo>
                  <a:lnTo>
                    <a:pt x="0" y="0"/>
                  </a:lnTo>
                  <a:lnTo>
                    <a:pt x="0" y="657686"/>
                  </a:lnTo>
                  <a:lnTo>
                    <a:pt x="2362472" y="657686"/>
                  </a:lnTo>
                  <a:lnTo>
                    <a:pt x="2362472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C73CA095-B5C8-0FD1-2073-EB269DAE59F4}"/>
                </a:ext>
              </a:extLst>
            </p:cNvPr>
            <p:cNvSpPr/>
            <p:nvPr/>
          </p:nvSpPr>
          <p:spPr>
            <a:xfrm>
              <a:off x="1375932" y="1254864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328848" y="0"/>
                  </a:moveTo>
                  <a:lnTo>
                    <a:pt x="0" y="328848"/>
                  </a:lnTo>
                  <a:lnTo>
                    <a:pt x="328848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FCBBE085-501E-158D-E7D3-C8EB9FD4547E}"/>
                </a:ext>
              </a:extLst>
            </p:cNvPr>
            <p:cNvSpPr/>
            <p:nvPr/>
          </p:nvSpPr>
          <p:spPr>
            <a:xfrm>
              <a:off x="1047084" y="926015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657697" y="0"/>
                  </a:moveTo>
                  <a:lnTo>
                    <a:pt x="0" y="657697"/>
                  </a:lnTo>
                  <a:lnTo>
                    <a:pt x="328848" y="657697"/>
                  </a:lnTo>
                  <a:lnTo>
                    <a:pt x="657697" y="328848"/>
                  </a:lnTo>
                  <a:lnTo>
                    <a:pt x="657697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06570A30-B757-B8D6-F7E9-3D187731B96C}"/>
                </a:ext>
              </a:extLst>
            </p:cNvPr>
            <p:cNvSpPr/>
            <p:nvPr/>
          </p:nvSpPr>
          <p:spPr>
            <a:xfrm>
              <a:off x="1047086" y="926017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657697" y="0"/>
                  </a:moveTo>
                  <a:lnTo>
                    <a:pt x="328848" y="0"/>
                  </a:lnTo>
                  <a:lnTo>
                    <a:pt x="0" y="328848"/>
                  </a:lnTo>
                  <a:lnTo>
                    <a:pt x="0" y="657697"/>
                  </a:lnTo>
                  <a:lnTo>
                    <a:pt x="657697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99C315BE-DC5C-282D-0966-62719E3FEFAE}"/>
                </a:ext>
              </a:extLst>
            </p:cNvPr>
            <p:cNvSpPr/>
            <p:nvPr/>
          </p:nvSpPr>
          <p:spPr>
            <a:xfrm>
              <a:off x="1047084" y="92602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328848" y="0"/>
                  </a:moveTo>
                  <a:lnTo>
                    <a:pt x="0" y="0"/>
                  </a:lnTo>
                  <a:lnTo>
                    <a:pt x="0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5B58B022-9B8A-F455-721B-352B6154C35C}"/>
                </a:ext>
              </a:extLst>
            </p:cNvPr>
            <p:cNvSpPr/>
            <p:nvPr/>
          </p:nvSpPr>
          <p:spPr>
            <a:xfrm>
              <a:off x="2033623" y="926016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328848" y="0"/>
                  </a:moveTo>
                  <a:lnTo>
                    <a:pt x="0" y="0"/>
                  </a:lnTo>
                  <a:lnTo>
                    <a:pt x="328848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7">
              <a:extLst>
                <a:ext uri="{FF2B5EF4-FFF2-40B4-BE49-F238E27FC236}">
                  <a16:creationId xmlns:a16="http://schemas.microsoft.com/office/drawing/2014/main" id="{F6F96FCA-4C3E-E96A-15CA-32CFC5CBA10F}"/>
                </a:ext>
              </a:extLst>
            </p:cNvPr>
            <p:cNvSpPr/>
            <p:nvPr/>
          </p:nvSpPr>
          <p:spPr>
            <a:xfrm>
              <a:off x="1704775" y="926016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848" y="0"/>
                  </a:moveTo>
                  <a:lnTo>
                    <a:pt x="0" y="0"/>
                  </a:lnTo>
                  <a:lnTo>
                    <a:pt x="657697" y="657697"/>
                  </a:lnTo>
                  <a:lnTo>
                    <a:pt x="657697" y="328848"/>
                  </a:lnTo>
                  <a:lnTo>
                    <a:pt x="328848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8">
              <a:extLst>
                <a:ext uri="{FF2B5EF4-FFF2-40B4-BE49-F238E27FC236}">
                  <a16:creationId xmlns:a16="http://schemas.microsoft.com/office/drawing/2014/main" id="{0E0933DE-5943-A39F-7231-36E6B6795230}"/>
                </a:ext>
              </a:extLst>
            </p:cNvPr>
            <p:cNvSpPr/>
            <p:nvPr/>
          </p:nvSpPr>
          <p:spPr>
            <a:xfrm>
              <a:off x="1704778" y="926014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0" y="0"/>
                  </a:moveTo>
                  <a:lnTo>
                    <a:pt x="0" y="328848"/>
                  </a:lnTo>
                  <a:lnTo>
                    <a:pt x="328848" y="657697"/>
                  </a:lnTo>
                  <a:lnTo>
                    <a:pt x="657697" y="657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B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9">
              <a:extLst>
                <a:ext uri="{FF2B5EF4-FFF2-40B4-BE49-F238E27FC236}">
                  <a16:creationId xmlns:a16="http://schemas.microsoft.com/office/drawing/2014/main" id="{B617E477-574D-F339-778E-304CE5506941}"/>
                </a:ext>
              </a:extLst>
            </p:cNvPr>
            <p:cNvSpPr/>
            <p:nvPr/>
          </p:nvSpPr>
          <p:spPr>
            <a:xfrm>
              <a:off x="1704780" y="1254866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0" y="0"/>
                  </a:moveTo>
                  <a:lnTo>
                    <a:pt x="0" y="328848"/>
                  </a:lnTo>
                  <a:lnTo>
                    <a:pt x="328848" y="328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7228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 with medium confidence">
            <a:extLst>
              <a:ext uri="{FF2B5EF4-FFF2-40B4-BE49-F238E27FC236}">
                <a16:creationId xmlns:a16="http://schemas.microsoft.com/office/drawing/2014/main" id="{18E17289-F9E5-1228-78FF-0ACC62C8DC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80F58E5-F3AB-C7CD-AB57-62BC8E2CAD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48250" y="-621015"/>
            <a:ext cx="3124740" cy="249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78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2DB2898C-3A63-67AE-09FD-A10333247A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0" y="-621015"/>
            <a:ext cx="3124741" cy="249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26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3ECDB60C-C599-321E-4878-FD151B47F7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CEC20EE-C982-2F5F-4BE7-9A15C8F9B7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48250" y="-621015"/>
            <a:ext cx="3124740" cy="249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0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6A4B508-5664-8885-1EF7-8428597E65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0" y="-621015"/>
            <a:ext cx="3124741" cy="249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00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77EAFF3-02CF-3C47-CE10-4F165FE27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96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25704E-802B-6CA1-399E-977279FAA6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48250" y="-621015"/>
            <a:ext cx="3124740" cy="249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65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FC1FFEB-77A0-22DF-1531-6D40E7EC10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3054" y="10740432"/>
            <a:ext cx="20226553" cy="615634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51F17CA-AD6B-5207-4553-9CFD46D9AAE3}"/>
              </a:ext>
            </a:extLst>
          </p:cNvPr>
          <p:cNvSpPr txBox="1">
            <a:spLocks/>
          </p:cNvSpPr>
          <p:nvPr userDrawn="1"/>
        </p:nvSpPr>
        <p:spPr>
          <a:xfrm>
            <a:off x="17465437" y="10717797"/>
            <a:ext cx="2638663" cy="602118"/>
          </a:xfrm>
          <a:prstGeom prst="rect">
            <a:avLst/>
          </a:prstGeom>
        </p:spPr>
        <p:txBody>
          <a:bodyPr vert="horz" lIns="150781" tIns="75390" rIns="150781" bIns="753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MY" sz="1979" b="0" i="0" dirty="0">
                <a:solidFill>
                  <a:srgbClr val="F3EE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B8173FAF-C02E-4E26-A4D7-3E11323A72FF}" type="slidenum">
              <a:rPr lang="en-MY" sz="1979" b="0" i="0" smtClean="0">
                <a:solidFill>
                  <a:srgbClr val="F3EE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MY" sz="1979" b="0" i="0" dirty="0">
              <a:solidFill>
                <a:srgbClr val="F3EE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E430FC-7A21-5656-92E0-0B0EB62953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469" y="10829232"/>
            <a:ext cx="2116994" cy="438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E1EAD-6B65-FBAA-C989-C8FA47542CF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24152" y="269836"/>
            <a:ext cx="1042819" cy="5077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855529" y="0"/>
            <a:ext cx="1165464" cy="82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4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63894" y="687561"/>
            <a:ext cx="15241905" cy="1093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rgbClr val="2362DD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4388" y="2089463"/>
            <a:ext cx="10819765" cy="316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1D1D1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418067" y="10618382"/>
            <a:ext cx="461644" cy="40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30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70" r:id="rId6"/>
    <p:sldLayoutId id="2147483669" r:id="rId7"/>
    <p:sldLayoutId id="2147483672" r:id="rId8"/>
    <p:sldLayoutId id="2147483671" r:id="rId9"/>
    <p:sldLayoutId id="2147483668" r:id="rId10"/>
    <p:sldLayoutId id="2147483667" r:id="rId11"/>
    <p:sldLayoutId id="2147483666" r:id="rId12"/>
    <p:sldLayoutId id="2147483678" r:id="rId13"/>
    <p:sldLayoutId id="2147483679" r:id="rId1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C8FBB-508E-13A2-9277-7676B72E6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396875"/>
            <a:ext cx="18465612" cy="10515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AF918B-68A3-0E7B-8EAE-24F44D2F4462}"/>
              </a:ext>
            </a:extLst>
          </p:cNvPr>
          <p:cNvSpPr/>
          <p:nvPr/>
        </p:nvSpPr>
        <p:spPr>
          <a:xfrm>
            <a:off x="3346450" y="6188075"/>
            <a:ext cx="12496800" cy="3276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81BB3B-7DD4-B40E-41AC-3E76B93E5870}"/>
              </a:ext>
            </a:extLst>
          </p:cNvPr>
          <p:cNvCxnSpPr>
            <a:cxnSpLocks/>
          </p:cNvCxnSpPr>
          <p:nvPr/>
        </p:nvCxnSpPr>
        <p:spPr>
          <a:xfrm flipV="1">
            <a:off x="14979838" y="1082675"/>
            <a:ext cx="3835212" cy="55626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553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F638-9707-1403-0EDC-E5A88B2C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9AA644-3733-FEF1-F24A-8B349981B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396875"/>
            <a:ext cx="18465612" cy="10439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ED5851-CCA3-2472-A1FF-F4F8B8572545}"/>
              </a:ext>
            </a:extLst>
          </p:cNvPr>
          <p:cNvSpPr/>
          <p:nvPr/>
        </p:nvSpPr>
        <p:spPr>
          <a:xfrm>
            <a:off x="1898650" y="6188075"/>
            <a:ext cx="13944600" cy="3276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21CA47-CE04-F061-B8CD-A928E712EC57}"/>
              </a:ext>
            </a:extLst>
          </p:cNvPr>
          <p:cNvCxnSpPr>
            <a:cxnSpLocks/>
          </p:cNvCxnSpPr>
          <p:nvPr/>
        </p:nvCxnSpPr>
        <p:spPr>
          <a:xfrm flipV="1">
            <a:off x="14979838" y="1158875"/>
            <a:ext cx="3225612" cy="54864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225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2FC88-79C1-1609-DD6E-7FED5935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8B3112-0377-3308-4390-B0C1383F7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2987675"/>
            <a:ext cx="12916980" cy="6792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26C073B-B182-8F61-27C0-1A529D581C04}"/>
              </a:ext>
            </a:extLst>
          </p:cNvPr>
          <p:cNvSpPr/>
          <p:nvPr/>
        </p:nvSpPr>
        <p:spPr>
          <a:xfrm>
            <a:off x="9213850" y="3566346"/>
            <a:ext cx="2286000" cy="86912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F8A568-B049-91DD-B9A6-35DCEDB88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3970" y="3978275"/>
            <a:ext cx="7901680" cy="42777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35D4CD-AB13-65C9-7BBB-15CD10D72F61}"/>
              </a:ext>
            </a:extLst>
          </p:cNvPr>
          <p:cNvCxnSpPr>
            <a:cxnSpLocks/>
          </p:cNvCxnSpPr>
          <p:nvPr/>
        </p:nvCxnSpPr>
        <p:spPr>
          <a:xfrm>
            <a:off x="11137360" y="4130675"/>
            <a:ext cx="89589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70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B5FBC-CFDE-0D28-7244-DB5E03B6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F2C6684-8A2C-1502-FF0E-72CF85D4F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736024"/>
            <a:ext cx="18516600" cy="98373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C8A0A66-CAB1-2969-3267-59FF2D6F1BC8}"/>
              </a:ext>
            </a:extLst>
          </p:cNvPr>
          <p:cNvSpPr/>
          <p:nvPr/>
        </p:nvSpPr>
        <p:spPr>
          <a:xfrm>
            <a:off x="12037232" y="5220111"/>
            <a:ext cx="3653618" cy="66316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695844-0EBF-EDBF-5122-30F291F505D6}"/>
              </a:ext>
            </a:extLst>
          </p:cNvPr>
          <p:cNvCxnSpPr>
            <a:cxnSpLocks/>
          </p:cNvCxnSpPr>
          <p:nvPr/>
        </p:nvCxnSpPr>
        <p:spPr>
          <a:xfrm flipV="1">
            <a:off x="15500350" y="1387475"/>
            <a:ext cx="3372390" cy="39624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3CBF3E3-D9FC-F02E-769C-2FFE61C01872}"/>
              </a:ext>
            </a:extLst>
          </p:cNvPr>
          <p:cNvSpPr/>
          <p:nvPr/>
        </p:nvSpPr>
        <p:spPr>
          <a:xfrm>
            <a:off x="1974850" y="5220111"/>
            <a:ext cx="5638800" cy="89176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8435C4-34D7-D5DD-14B7-55F97C03CFE4}"/>
              </a:ext>
            </a:extLst>
          </p:cNvPr>
          <p:cNvCxnSpPr>
            <a:cxnSpLocks/>
          </p:cNvCxnSpPr>
          <p:nvPr/>
        </p:nvCxnSpPr>
        <p:spPr>
          <a:xfrm flipV="1">
            <a:off x="7080250" y="1311275"/>
            <a:ext cx="11411490" cy="4240418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82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B223B-C5C1-85CE-EC51-EF4942B3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2CE0B7-220F-EE15-9A07-F5FC07EE1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56" y="727359"/>
            <a:ext cx="18500994" cy="98373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6D53A2A-F122-A948-53BE-97D0D77EABB9}"/>
              </a:ext>
            </a:extLst>
          </p:cNvPr>
          <p:cNvSpPr/>
          <p:nvPr/>
        </p:nvSpPr>
        <p:spPr>
          <a:xfrm>
            <a:off x="12037232" y="5220111"/>
            <a:ext cx="3653618" cy="66316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962B79-4EF6-379E-CAEF-C0D76A8706D3}"/>
              </a:ext>
            </a:extLst>
          </p:cNvPr>
          <p:cNvCxnSpPr>
            <a:cxnSpLocks/>
          </p:cNvCxnSpPr>
          <p:nvPr/>
        </p:nvCxnSpPr>
        <p:spPr>
          <a:xfrm flipV="1">
            <a:off x="15500350" y="1387475"/>
            <a:ext cx="2628900" cy="39624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0BC002E-3CCA-CA56-4AFC-AA77F6290F76}"/>
              </a:ext>
            </a:extLst>
          </p:cNvPr>
          <p:cNvSpPr/>
          <p:nvPr/>
        </p:nvSpPr>
        <p:spPr>
          <a:xfrm>
            <a:off x="1974850" y="5220111"/>
            <a:ext cx="5638800" cy="89176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9928A3-C82B-D3B4-AB4F-11AB75E5FB11}"/>
              </a:ext>
            </a:extLst>
          </p:cNvPr>
          <p:cNvCxnSpPr>
            <a:cxnSpLocks/>
          </p:cNvCxnSpPr>
          <p:nvPr/>
        </p:nvCxnSpPr>
        <p:spPr>
          <a:xfrm flipV="1">
            <a:off x="7080250" y="1235075"/>
            <a:ext cx="10896600" cy="4316618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58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BCC72-95CE-9E11-045F-9AFA8460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1EDE8-8F0E-E6E4-9A44-FFEB54C31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92" y="473075"/>
            <a:ext cx="18924697" cy="10287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1827E5-8EBE-68D5-A65D-884A55224640}"/>
              </a:ext>
            </a:extLst>
          </p:cNvPr>
          <p:cNvSpPr/>
          <p:nvPr/>
        </p:nvSpPr>
        <p:spPr>
          <a:xfrm>
            <a:off x="1289050" y="3902075"/>
            <a:ext cx="16840200" cy="164961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C8360B-FC14-EC57-0107-1A9C91D3D229}"/>
              </a:ext>
            </a:extLst>
          </p:cNvPr>
          <p:cNvCxnSpPr>
            <a:cxnSpLocks/>
          </p:cNvCxnSpPr>
          <p:nvPr/>
        </p:nvCxnSpPr>
        <p:spPr>
          <a:xfrm flipV="1">
            <a:off x="14863809" y="1158875"/>
            <a:ext cx="4256041" cy="31242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763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0EBC-08D1-6689-1543-5A77CB60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876528-E961-8F33-D9DE-367CED90A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473075"/>
            <a:ext cx="18471404" cy="89555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72948DB-D394-C2DF-E870-B9A1895AD6BC}"/>
              </a:ext>
            </a:extLst>
          </p:cNvPr>
          <p:cNvSpPr/>
          <p:nvPr/>
        </p:nvSpPr>
        <p:spPr>
          <a:xfrm>
            <a:off x="5784850" y="2835275"/>
            <a:ext cx="8305800" cy="3810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A79A48-CC2D-2EEB-1C03-FA5F06F2BE39}"/>
              </a:ext>
            </a:extLst>
          </p:cNvPr>
          <p:cNvCxnSpPr>
            <a:cxnSpLocks/>
          </p:cNvCxnSpPr>
          <p:nvPr/>
        </p:nvCxnSpPr>
        <p:spPr>
          <a:xfrm flipV="1">
            <a:off x="13633450" y="1006475"/>
            <a:ext cx="4953000" cy="33528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81526B7-5DE2-653F-8CC7-FAD1E1882A29}"/>
              </a:ext>
            </a:extLst>
          </p:cNvPr>
          <p:cNvSpPr/>
          <p:nvPr/>
        </p:nvSpPr>
        <p:spPr>
          <a:xfrm>
            <a:off x="2813050" y="6873875"/>
            <a:ext cx="14401800" cy="2362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D691C3-5524-2DFC-B635-F92C34D4A776}"/>
              </a:ext>
            </a:extLst>
          </p:cNvPr>
          <p:cNvCxnSpPr>
            <a:cxnSpLocks/>
          </p:cNvCxnSpPr>
          <p:nvPr/>
        </p:nvCxnSpPr>
        <p:spPr>
          <a:xfrm flipV="1">
            <a:off x="15157450" y="1082675"/>
            <a:ext cx="3429000" cy="62484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49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836B3-702E-09CA-6504-4828A6C3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A136B53-3B53-83B9-601B-31B67D41C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54" y="625476"/>
            <a:ext cx="19009495" cy="101615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A4A2C71-E108-910A-34ED-7590F9C7278B}"/>
              </a:ext>
            </a:extLst>
          </p:cNvPr>
          <p:cNvSpPr/>
          <p:nvPr/>
        </p:nvSpPr>
        <p:spPr>
          <a:xfrm>
            <a:off x="831850" y="1006475"/>
            <a:ext cx="17221200" cy="2819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F2F5B7-F44D-492C-EF05-1AE49C8C2895}"/>
              </a:ext>
            </a:extLst>
          </p:cNvPr>
          <p:cNvCxnSpPr>
            <a:cxnSpLocks/>
          </p:cNvCxnSpPr>
          <p:nvPr/>
        </p:nvCxnSpPr>
        <p:spPr>
          <a:xfrm flipV="1">
            <a:off x="17443450" y="1235075"/>
            <a:ext cx="1714287" cy="2286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C24821F-5C70-15B5-7B47-640829DD2D70}"/>
              </a:ext>
            </a:extLst>
          </p:cNvPr>
          <p:cNvSpPr/>
          <p:nvPr/>
        </p:nvSpPr>
        <p:spPr>
          <a:xfrm>
            <a:off x="1042602" y="4206874"/>
            <a:ext cx="4894648" cy="14478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92C62F-668B-B7AD-FB56-67B5F86FE8CD}"/>
              </a:ext>
            </a:extLst>
          </p:cNvPr>
          <p:cNvCxnSpPr>
            <a:cxnSpLocks/>
          </p:cNvCxnSpPr>
          <p:nvPr/>
        </p:nvCxnSpPr>
        <p:spPr>
          <a:xfrm flipV="1">
            <a:off x="16529050" y="1235075"/>
            <a:ext cx="2743200" cy="76581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EE53460-899C-BB08-12B5-D3951D27393D}"/>
              </a:ext>
            </a:extLst>
          </p:cNvPr>
          <p:cNvSpPr/>
          <p:nvPr/>
        </p:nvSpPr>
        <p:spPr>
          <a:xfrm>
            <a:off x="831850" y="9388475"/>
            <a:ext cx="4038600" cy="6858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8A01E3-FD30-6E29-E420-E2E639D006E6}"/>
              </a:ext>
            </a:extLst>
          </p:cNvPr>
          <p:cNvSpPr/>
          <p:nvPr/>
        </p:nvSpPr>
        <p:spPr>
          <a:xfrm>
            <a:off x="1289050" y="8550275"/>
            <a:ext cx="18171296" cy="6858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2365F8-9E2B-EDE9-D879-EA6D9502F6D5}"/>
              </a:ext>
            </a:extLst>
          </p:cNvPr>
          <p:cNvCxnSpPr>
            <a:cxnSpLocks/>
          </p:cNvCxnSpPr>
          <p:nvPr/>
        </p:nvCxnSpPr>
        <p:spPr>
          <a:xfrm flipV="1">
            <a:off x="5784850" y="1235075"/>
            <a:ext cx="13487400" cy="35433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9CECED-AC1A-7417-29C8-B49B05BD4321}"/>
              </a:ext>
            </a:extLst>
          </p:cNvPr>
          <p:cNvCxnSpPr>
            <a:cxnSpLocks/>
          </p:cNvCxnSpPr>
          <p:nvPr/>
        </p:nvCxnSpPr>
        <p:spPr>
          <a:xfrm flipV="1">
            <a:off x="4489450" y="1349375"/>
            <a:ext cx="14668287" cy="8441425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CE91ABB-FF31-7B22-DAD6-8AF3EB0BA376}"/>
              </a:ext>
            </a:extLst>
          </p:cNvPr>
          <p:cNvSpPr txBox="1"/>
          <p:nvPr/>
        </p:nvSpPr>
        <p:spPr>
          <a:xfrm>
            <a:off x="13499347" y="10010487"/>
            <a:ext cx="6607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b="1" dirty="0">
                <a:solidFill>
                  <a:srgbClr val="FF0000"/>
                </a:solidFill>
              </a:rPr>
              <a:t>This also happened to BM</a:t>
            </a:r>
          </a:p>
        </p:txBody>
      </p:sp>
    </p:spTree>
    <p:extLst>
      <p:ext uri="{BB962C8B-B14F-4D97-AF65-F5344CB8AC3E}">
        <p14:creationId xmlns:p14="http://schemas.microsoft.com/office/powerpoint/2010/main" val="1390053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FFB54-3049-7D74-38C5-AC8BF58E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F1C96D-FD01-1350-12C4-878B786B1335}"/>
              </a:ext>
            </a:extLst>
          </p:cNvPr>
          <p:cNvSpPr/>
          <p:nvPr/>
        </p:nvSpPr>
        <p:spPr>
          <a:xfrm>
            <a:off x="831850" y="1006475"/>
            <a:ext cx="17221200" cy="2819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46C893-3F79-E5B3-5900-CBE92DD17566}"/>
              </a:ext>
            </a:extLst>
          </p:cNvPr>
          <p:cNvCxnSpPr>
            <a:cxnSpLocks/>
          </p:cNvCxnSpPr>
          <p:nvPr/>
        </p:nvCxnSpPr>
        <p:spPr>
          <a:xfrm flipV="1">
            <a:off x="17443450" y="1235075"/>
            <a:ext cx="1714287" cy="2286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E731F07-8078-A9D3-85CF-47D7CA36E08B}"/>
              </a:ext>
            </a:extLst>
          </p:cNvPr>
          <p:cNvSpPr/>
          <p:nvPr/>
        </p:nvSpPr>
        <p:spPr>
          <a:xfrm>
            <a:off x="1042602" y="4206874"/>
            <a:ext cx="4894648" cy="14478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9A4754-DF73-B651-87F5-63895BC15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1" y="467641"/>
            <a:ext cx="19321677" cy="783053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A2E8C60-0CE7-7AF9-3B36-251CAA4B1084}"/>
              </a:ext>
            </a:extLst>
          </p:cNvPr>
          <p:cNvCxnSpPr>
            <a:cxnSpLocks/>
          </p:cNvCxnSpPr>
          <p:nvPr/>
        </p:nvCxnSpPr>
        <p:spPr>
          <a:xfrm flipV="1">
            <a:off x="5022850" y="1082674"/>
            <a:ext cx="14038648" cy="1295403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A59C077-A929-D66F-818D-54DEB556CF94}"/>
              </a:ext>
            </a:extLst>
          </p:cNvPr>
          <p:cNvSpPr/>
          <p:nvPr/>
        </p:nvSpPr>
        <p:spPr>
          <a:xfrm>
            <a:off x="1042602" y="1844674"/>
            <a:ext cx="4301610" cy="114300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59C3CB-B7AB-4BBA-0178-C7ACE77E4DFE}"/>
              </a:ext>
            </a:extLst>
          </p:cNvPr>
          <p:cNvSpPr/>
          <p:nvPr/>
        </p:nvSpPr>
        <p:spPr>
          <a:xfrm>
            <a:off x="776545" y="1003756"/>
            <a:ext cx="4301610" cy="55962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C73869-6F7F-50C7-2C7B-97B3FBA57ED9}"/>
              </a:ext>
            </a:extLst>
          </p:cNvPr>
          <p:cNvCxnSpPr>
            <a:cxnSpLocks/>
          </p:cNvCxnSpPr>
          <p:nvPr/>
        </p:nvCxnSpPr>
        <p:spPr>
          <a:xfrm flipV="1">
            <a:off x="4870450" y="1003756"/>
            <a:ext cx="14191048" cy="231318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0B6789A-0049-D8FA-FBC5-AE45F498D59D}"/>
              </a:ext>
            </a:extLst>
          </p:cNvPr>
          <p:cNvSpPr txBox="1"/>
          <p:nvPr/>
        </p:nvSpPr>
        <p:spPr>
          <a:xfrm>
            <a:off x="13534218" y="8577286"/>
            <a:ext cx="6607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b="1" dirty="0">
                <a:solidFill>
                  <a:srgbClr val="FF0000"/>
                </a:solidFill>
              </a:rPr>
              <a:t>This also happened to BM</a:t>
            </a:r>
          </a:p>
        </p:txBody>
      </p:sp>
    </p:spTree>
    <p:extLst>
      <p:ext uri="{BB962C8B-B14F-4D97-AF65-F5344CB8AC3E}">
        <p14:creationId xmlns:p14="http://schemas.microsoft.com/office/powerpoint/2010/main" val="2058959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31B6C-710E-743E-ED08-590F36C4A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313DE3-FA93-ACB3-296A-2A84AFF5E52A}"/>
              </a:ext>
            </a:extLst>
          </p:cNvPr>
          <p:cNvSpPr/>
          <p:nvPr/>
        </p:nvSpPr>
        <p:spPr>
          <a:xfrm>
            <a:off x="831850" y="1006475"/>
            <a:ext cx="17221200" cy="2819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E76A9D-0102-0E1D-8C50-9F61CC53BDFF}"/>
              </a:ext>
            </a:extLst>
          </p:cNvPr>
          <p:cNvCxnSpPr>
            <a:cxnSpLocks/>
          </p:cNvCxnSpPr>
          <p:nvPr/>
        </p:nvCxnSpPr>
        <p:spPr>
          <a:xfrm flipV="1">
            <a:off x="17443450" y="1235075"/>
            <a:ext cx="1714287" cy="2286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B836A1C-8C08-19FC-FAAB-59EDF0B41B7A}"/>
              </a:ext>
            </a:extLst>
          </p:cNvPr>
          <p:cNvSpPr/>
          <p:nvPr/>
        </p:nvSpPr>
        <p:spPr>
          <a:xfrm>
            <a:off x="1042602" y="4206874"/>
            <a:ext cx="4894648" cy="14478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5A1E73-D34D-0258-1215-4BA717530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1" y="467641"/>
            <a:ext cx="19321677" cy="78305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236EF4-937D-4225-1C10-290B57EA1737}"/>
              </a:ext>
            </a:extLst>
          </p:cNvPr>
          <p:cNvSpPr/>
          <p:nvPr/>
        </p:nvSpPr>
        <p:spPr>
          <a:xfrm>
            <a:off x="1042602" y="1844674"/>
            <a:ext cx="4301610" cy="114300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E1E4B7C-8BB9-899E-E34F-433924A1B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11" y="1328446"/>
            <a:ext cx="19321677" cy="73412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9205259-8ABE-1ACC-B193-1E6F396BF569}"/>
              </a:ext>
            </a:extLst>
          </p:cNvPr>
          <p:cNvSpPr/>
          <p:nvPr/>
        </p:nvSpPr>
        <p:spPr>
          <a:xfrm>
            <a:off x="928389" y="1856091"/>
            <a:ext cx="4301610" cy="78353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9F9200-B348-34B1-2593-032313841810}"/>
              </a:ext>
            </a:extLst>
          </p:cNvPr>
          <p:cNvSpPr/>
          <p:nvPr/>
        </p:nvSpPr>
        <p:spPr>
          <a:xfrm>
            <a:off x="10779640" y="1844674"/>
            <a:ext cx="4301610" cy="78353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4294D5-F9B1-E7C0-D895-3B9267B3982A}"/>
              </a:ext>
            </a:extLst>
          </p:cNvPr>
          <p:cNvCxnSpPr>
            <a:cxnSpLocks/>
          </p:cNvCxnSpPr>
          <p:nvPr/>
        </p:nvCxnSpPr>
        <p:spPr>
          <a:xfrm flipV="1">
            <a:off x="4946650" y="832540"/>
            <a:ext cx="13944600" cy="1398569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3926C3-56B6-C799-71BD-4A78E92CEC7B}"/>
              </a:ext>
            </a:extLst>
          </p:cNvPr>
          <p:cNvCxnSpPr>
            <a:cxnSpLocks/>
          </p:cNvCxnSpPr>
          <p:nvPr/>
        </p:nvCxnSpPr>
        <p:spPr>
          <a:xfrm flipV="1">
            <a:off x="13938250" y="1006475"/>
            <a:ext cx="5219487" cy="1224634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47CFBB0-1FFE-00FC-7442-05C39C2CCFD3}"/>
              </a:ext>
            </a:extLst>
          </p:cNvPr>
          <p:cNvSpPr/>
          <p:nvPr/>
        </p:nvSpPr>
        <p:spPr>
          <a:xfrm>
            <a:off x="645148" y="832541"/>
            <a:ext cx="3746351" cy="640584"/>
          </a:xfrm>
          <a:prstGeom prst="rect">
            <a:avLst/>
          </a:prstGeom>
          <a:solidFill>
            <a:srgbClr val="070E1A"/>
          </a:solidFill>
          <a:ln w="44450">
            <a:solidFill>
              <a:srgbClr val="070E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993DB5-4F9A-8421-804F-83256C9CF3F5}"/>
              </a:ext>
            </a:extLst>
          </p:cNvPr>
          <p:cNvSpPr txBox="1"/>
          <p:nvPr/>
        </p:nvSpPr>
        <p:spPr>
          <a:xfrm>
            <a:off x="13939649" y="8945752"/>
            <a:ext cx="830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b="1" dirty="0">
                <a:solidFill>
                  <a:srgbClr val="FF0000"/>
                </a:solidFill>
              </a:rPr>
              <a:t>This also happened to BM</a:t>
            </a:r>
          </a:p>
        </p:txBody>
      </p:sp>
    </p:spTree>
    <p:extLst>
      <p:ext uri="{BB962C8B-B14F-4D97-AF65-F5344CB8AC3E}">
        <p14:creationId xmlns:p14="http://schemas.microsoft.com/office/powerpoint/2010/main" val="1373972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1941-DD25-9B63-ACC8-FFE74DD02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5733E5-ABDF-A4A5-431C-567ED6549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549275"/>
            <a:ext cx="19093788" cy="8763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B6A500-F474-81AA-A48E-1927372D1D20}"/>
              </a:ext>
            </a:extLst>
          </p:cNvPr>
          <p:cNvSpPr/>
          <p:nvPr/>
        </p:nvSpPr>
        <p:spPr>
          <a:xfrm>
            <a:off x="928389" y="1856091"/>
            <a:ext cx="4170661" cy="90298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91DF5-725D-F1D1-0AB6-3C5545F60CFF}"/>
              </a:ext>
            </a:extLst>
          </p:cNvPr>
          <p:cNvSpPr/>
          <p:nvPr/>
        </p:nvSpPr>
        <p:spPr>
          <a:xfrm>
            <a:off x="928389" y="7635875"/>
            <a:ext cx="6990061" cy="90298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AC8D43-67BC-E8D5-4B7C-91C2A878B753}"/>
              </a:ext>
            </a:extLst>
          </p:cNvPr>
          <p:cNvSpPr/>
          <p:nvPr/>
        </p:nvSpPr>
        <p:spPr>
          <a:xfrm>
            <a:off x="755650" y="8558401"/>
            <a:ext cx="7467600" cy="90298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674BA1-AC17-20CF-8171-E57D900206CA}"/>
              </a:ext>
            </a:extLst>
          </p:cNvPr>
          <p:cNvCxnSpPr>
            <a:cxnSpLocks/>
          </p:cNvCxnSpPr>
          <p:nvPr/>
        </p:nvCxnSpPr>
        <p:spPr>
          <a:xfrm flipV="1">
            <a:off x="4946650" y="930275"/>
            <a:ext cx="13868400" cy="1300834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71612A-2DA4-E2A3-C3BB-AB04AF8D8A08}"/>
              </a:ext>
            </a:extLst>
          </p:cNvPr>
          <p:cNvCxnSpPr>
            <a:cxnSpLocks/>
          </p:cNvCxnSpPr>
          <p:nvPr/>
        </p:nvCxnSpPr>
        <p:spPr>
          <a:xfrm flipV="1">
            <a:off x="7537450" y="1082675"/>
            <a:ext cx="11277600" cy="69342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4469CB-ACB8-9CDE-345F-BBE5FBAD202F}"/>
              </a:ext>
            </a:extLst>
          </p:cNvPr>
          <p:cNvCxnSpPr>
            <a:cxnSpLocks/>
          </p:cNvCxnSpPr>
          <p:nvPr/>
        </p:nvCxnSpPr>
        <p:spPr>
          <a:xfrm flipV="1">
            <a:off x="7994650" y="1235075"/>
            <a:ext cx="10972800" cy="76200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8352293-B529-3A7F-3E4D-0F5BB1138E62}"/>
              </a:ext>
            </a:extLst>
          </p:cNvPr>
          <p:cNvSpPr txBox="1"/>
          <p:nvPr/>
        </p:nvSpPr>
        <p:spPr>
          <a:xfrm>
            <a:off x="13496656" y="9529628"/>
            <a:ext cx="6607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b="1" dirty="0">
                <a:solidFill>
                  <a:srgbClr val="FF0000"/>
                </a:solidFill>
              </a:rPr>
              <a:t>This also happened to BM</a:t>
            </a:r>
          </a:p>
        </p:txBody>
      </p:sp>
    </p:spTree>
    <p:extLst>
      <p:ext uri="{BB962C8B-B14F-4D97-AF65-F5344CB8AC3E}">
        <p14:creationId xmlns:p14="http://schemas.microsoft.com/office/powerpoint/2010/main" val="1601365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357F13242D5A4EA017D77BC914B66F" ma:contentTypeVersion="3" ma:contentTypeDescription="Create a new document." ma:contentTypeScope="" ma:versionID="bd6674eace5823a631223a695d6326c2">
  <xsd:schema xmlns:xsd="http://www.w3.org/2001/XMLSchema" xmlns:xs="http://www.w3.org/2001/XMLSchema" xmlns:p="http://schemas.microsoft.com/office/2006/metadata/properties" xmlns:ns2="ff61f338-a4f7-47ca-9678-62440d33ef38" targetNamespace="http://schemas.microsoft.com/office/2006/metadata/properties" ma:root="true" ma:fieldsID="d35699b0e5c62c7f3038930b942d31f1" ns2:_="">
    <xsd:import namespace="ff61f338-a4f7-47ca-9678-62440d33ef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61f338-a4f7-47ca-9678-62440d33ef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430124-F0F1-4DD7-B993-A3803653C6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61f338-a4f7-47ca-9678-62440d33ef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347BDB-C942-4EAF-BA67-C645C66F31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29EDA8-1EF3-41FA-B5DF-A28A93955F5C}">
  <ds:schemaRefs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6e81fef4-572f-4300-91e5-95a1d621bbf6"/>
    <ds:schemaRef ds:uri="a2c40e05-f871-46ff-9643-95b6a1720cd4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11790</TotalTime>
  <Words>20</Words>
  <Application>Microsoft Office PowerPoint</Application>
  <PresentationFormat>Custom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 One - PPT</dc:title>
  <dc:creator>Riyren Lam</dc:creator>
  <cp:lastModifiedBy>Ts. Soo Chern Tien</cp:lastModifiedBy>
  <cp:revision>247</cp:revision>
  <dcterms:created xsi:type="dcterms:W3CDTF">2022-10-24T10:16:38Z</dcterms:created>
  <dcterms:modified xsi:type="dcterms:W3CDTF">2026-07-19T14:08:50Z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2022-10-24T00:00:00Z</vt:filetime>
  </property>
  <property fmtid="{D5CDD505-2E9C-101B-9397-08002B2CF9AE}" pid="3" name="Creator">
    <vt:lpwstr>Adobe Illustrator 27.0 (Windows)</vt:lpwstr>
  </property>
  <property fmtid="{D5CDD505-2E9C-101B-9397-08002B2CF9AE}" pid="4" name="LastSaved">
    <vt:filetime>2022-10-24T00:00:00Z</vt:filetime>
  </property>
  <property fmtid="{D5CDD505-2E9C-101B-9397-08002B2CF9AE}" pid="5" name="Producer">
    <vt:lpwstr>Adobe PDF library 16.07</vt:lpwstr>
  </property>
  <property fmtid="{D5CDD505-2E9C-101B-9397-08002B2CF9AE}" pid="6" name="ContentTypeId">
    <vt:lpwstr>0x010100C0357F13242D5A4EA017D77BC914B66F</vt:lpwstr>
  </property>
  <property fmtid="{D5CDD505-2E9C-101B-9397-08002B2CF9AE}" pid="7" name="MediaServiceImageTags">
    <vt:lpwstr/>
  </property>
</Properties>
</file>